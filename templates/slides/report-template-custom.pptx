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00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[[section:cover]]</a:t>
            </a:r>
            <a:endParaRPr lang="en-US" sz="400" dirty="0"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{{sponsor_name}} × ETBrandEquity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{{event_name}}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{{theme_line}}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{{date_venue}}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852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Post-event report · {{report_version}}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[[section:mandate]]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mandate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19456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{{obj1}}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72200" y="146304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11" name="Text 9"/>
          <p:cNvSpPr/>
          <p:nvPr/>
        </p:nvSpPr>
        <p:spPr>
          <a:xfrm>
            <a:off x="6355080" y="1600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355080" y="219456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{{obj2}}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794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731520" y="438912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{{obj3}}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72200" y="365760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17" name="Text 15"/>
          <p:cNvSpPr/>
          <p:nvPr/>
        </p:nvSpPr>
        <p:spPr>
          <a:xfrm>
            <a:off x="6355080" y="3794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355080" y="438912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{{obj4}}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[[section:kpis]]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{{kpi_title}}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55448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{{leaders_attended}}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271028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Leaders in the room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0420" y="146304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11" name="Text 9"/>
          <p:cNvSpPr/>
          <p:nvPr/>
        </p:nvSpPr>
        <p:spPr>
          <a:xfrm>
            <a:off x="3497580" y="155448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{{leaders_committed}}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97580" y="271028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Committed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146304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55448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{{attendance_vs_commit}}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09360" y="271028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Against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83980" y="146304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17" name="Text 15"/>
          <p:cNvSpPr/>
          <p:nvPr/>
        </p:nvSpPr>
        <p:spPr>
          <a:xfrm>
            <a:off x="9121140" y="155448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{{touchpoints}}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21140" y="271028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Programmed touchpoints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65760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74904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{{content_minutes}}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85800" y="490484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Content minutes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360420" y="365760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23" name="Text 21"/>
          <p:cNvSpPr/>
          <p:nvPr/>
        </p:nvSpPr>
        <p:spPr>
          <a:xfrm>
            <a:off x="3497580" y="374904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{{sov_pct}}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3497580" y="490484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Share of voice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365760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374904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{{cxo_count}}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6309360" y="490484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CXOs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983980" y="3657600"/>
            <a:ext cx="2628900" cy="2011680"/>
          </a:xfrm>
          <a:prstGeom prst="roundRect">
            <a:avLst>
              <a:gd name="adj" fmla="val 3636"/>
            </a:avLst>
          </a:prstGeom>
          <a:solidFill>
            <a:srgbClr val="FFD6F0"/>
          </a:solidFill>
          <a:ln/>
        </p:spPr>
      </p:sp>
      <p:sp>
        <p:nvSpPr>
          <p:cNvPr id="29" name="Text 27"/>
          <p:cNvSpPr/>
          <p:nvPr/>
        </p:nvSpPr>
        <p:spPr>
          <a:xfrm>
            <a:off x="9121140" y="3749040"/>
            <a:ext cx="2354580" cy="110642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{{sectors_count}}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9121140" y="4904842"/>
            <a:ext cx="2354580" cy="663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{{src_kpis}}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[[section:wishlist]]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{{wishlist_title}}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628900" cy="1737360"/>
          </a:xfrm>
          <a:prstGeom prst="roundRect">
            <a:avLst>
              <a:gd name="adj" fmla="val 4211"/>
            </a:avLst>
          </a:prstGeom>
          <a:solidFill>
            <a:srgbClr val="FFD6F0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463040"/>
            <a:ext cx="2354580" cy="9555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{{wishlist_total}}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2448763"/>
            <a:ext cx="2354580" cy="5733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accounts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0420" y="1371600"/>
            <a:ext cx="2628900" cy="1737360"/>
          </a:xfrm>
          <a:prstGeom prst="roundRect">
            <a:avLst>
              <a:gd name="adj" fmla="val 4211"/>
            </a:avLst>
          </a:prstGeom>
          <a:solidFill>
            <a:srgbClr val="FFD6F0"/>
          </a:solidFill>
          <a:ln/>
        </p:spPr>
      </p:sp>
      <p:sp>
        <p:nvSpPr>
          <p:cNvPr id="11" name="Text 9"/>
          <p:cNvSpPr/>
          <p:nvPr/>
        </p:nvSpPr>
        <p:spPr>
          <a:xfrm>
            <a:off x="3497580" y="1463040"/>
            <a:ext cx="2354580" cy="9555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{{wishlist_attended}}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97580" y="2448763"/>
            <a:ext cx="2354580" cy="5733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the room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1371600"/>
            <a:ext cx="2628900" cy="1737360"/>
          </a:xfrm>
          <a:prstGeom prst="roundRect">
            <a:avLst>
              <a:gd name="adj" fmla="val 4211"/>
            </a:avLst>
          </a:prstGeom>
          <a:solidFill>
            <a:srgbClr val="FFD6F0"/>
          </a:solidFill>
          <a:ln/>
        </p:spPr>
      </p:sp>
      <p:sp>
        <p:nvSpPr>
          <p:cNvPr id="14" name="Text 12"/>
          <p:cNvSpPr/>
          <p:nvPr/>
        </p:nvSpPr>
        <p:spPr>
          <a:xfrm>
            <a:off x="6309360" y="1463040"/>
            <a:ext cx="2354580" cy="9555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{{wishlist_met}}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309360" y="2448763"/>
            <a:ext cx="2354580" cy="5733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83980" y="1371600"/>
            <a:ext cx="2628900" cy="1737360"/>
          </a:xfrm>
          <a:prstGeom prst="roundRect">
            <a:avLst>
              <a:gd name="adj" fmla="val 4211"/>
            </a:avLst>
          </a:prstGeom>
          <a:solidFill>
            <a:srgbClr val="FFD6F0"/>
          </a:solidFill>
          <a:ln/>
        </p:spPr>
      </p:sp>
      <p:sp>
        <p:nvSpPr>
          <p:cNvPr id="17" name="Text 15"/>
          <p:cNvSpPr/>
          <p:nvPr/>
        </p:nvSpPr>
        <p:spPr>
          <a:xfrm>
            <a:off x="9121140" y="1463040"/>
            <a:ext cx="2354580" cy="95554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{{wishlist_met_pct}}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21140" y="2448763"/>
            <a:ext cx="2354580" cy="5733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 rate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33832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Accounts met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3703320"/>
            <a:ext cx="110642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{{accounts_met}}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{{src_wishlist}}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[[section:audience]]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{{audience_title}}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Seniority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3566160" cy="38404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73736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{{chart:seniority}}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43400" y="13716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1737360"/>
            <a:ext cx="3566160" cy="38404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737360"/>
            <a:ext cx="356616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{{chart:sector}}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138160" y="13716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1737360"/>
            <a:ext cx="3474720" cy="38404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0" y="1737360"/>
            <a:ext cx="347472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{{chart:geo}}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{{src_audience}}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[[section:sov]]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{{sov_title}}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Sponsor-owned sessions (minutes)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11064240" cy="402336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737360"/>
            <a:ext cx="110642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{{chart:sov}}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{{src_sov}}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[[section:delivered]]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{{delivered_title}}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110642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{{delivered_lines}}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{{src_delivered}}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[[section:quotes]]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leaders said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544068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554480"/>
            <a:ext cx="914400" cy="9144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5544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{{img:q1_photo}}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783080" y="155448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{{q1_name}}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783080" y="192024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{{q1_role}}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56032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{{q1_headline}}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2971800"/>
            <a:ext cx="50749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{{q1_quote}}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72200" y="1371600"/>
            <a:ext cx="5440680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6E6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5080" y="1554480"/>
            <a:ext cx="914400" cy="91440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15544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{{img:q2_photo}}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406640" y="155448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{{q2_name}}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406640" y="192024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{{q2_role}}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2560320"/>
            <a:ext cx="5074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{{q2_headline}}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55080" y="2971800"/>
            <a:ext cx="50749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{{q2_quote}}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[[section:followups]]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{{followups_title}}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110642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{{followup_lines}}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[[section:feedback]]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room said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D6F0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4630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{{feedback_avg}}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2505456"/>
            <a:ext cx="3291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Average rating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3716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D6F0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14630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{{would_return_pct}}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4434840" y="2505456"/>
            <a:ext cx="3291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Would attend again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37160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FD6F0"/>
          </a:solidFill>
          <a:ln/>
        </p:spPr>
      </p:sp>
      <p:sp>
        <p:nvSpPr>
          <p:cNvPr id="14" name="Text 12"/>
          <p:cNvSpPr/>
          <p:nvPr/>
        </p:nvSpPr>
        <p:spPr>
          <a:xfrm>
            <a:off x="8183880" y="14630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AA00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{{feedback_n}}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8183880" y="2505456"/>
            <a:ext cx="329184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Responses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3657600"/>
            <a:ext cx="11064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{{feedback_quote}}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[[section:roster]]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was in the room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1280160"/>
            <a:ext cx="54864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{{roster_col1}}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17920" y="1280160"/>
            <a:ext cx="54864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{{roster_col2}}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F00A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   {{event_name}}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863840" y="6446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{{as_of}}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[[section:photos]]</a:t>
            </a:r>
            <a:endParaRPr lang="en-US" sz="400" dirty="0"/>
          </a:p>
        </p:txBody>
      </p:sp>
      <p:sp>
        <p:nvSpPr>
          <p:cNvPr id="6" name="Text 4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00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Moments from the day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3566160" cy="219456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3566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{{img:photo1}}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66160" cy="219456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1371600"/>
            <a:ext cx="3566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{{img:photo2}}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46720" y="1371600"/>
            <a:ext cx="3566160" cy="219456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0" y="1371600"/>
            <a:ext cx="3566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{{img:photo3}}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3566160" cy="219456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749040"/>
            <a:ext cx="3566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{{img:photo4}}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0" y="3749040"/>
            <a:ext cx="3566160" cy="219456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6" name="Text 14"/>
          <p:cNvSpPr/>
          <p:nvPr/>
        </p:nvSpPr>
        <p:spPr>
          <a:xfrm>
            <a:off x="4297680" y="3749040"/>
            <a:ext cx="3566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{{img:photo5}}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046720" y="3749040"/>
            <a:ext cx="3566160" cy="2194560"/>
          </a:xfrm>
          <a:prstGeom prst="rect">
            <a:avLst/>
          </a:prstGeom>
          <a:solidFill>
            <a:srgbClr val="EEEEEE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0" y="3749040"/>
            <a:ext cx="35661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{{img:photo6}}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00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155680" y="457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" dirty="0">
                <a:solidFill>
                  <a:srgbClr val="BBBBB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[[section:close]]</a:t>
            </a:r>
            <a:endParaRPr lang="en-US" sz="4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34747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{{next_edition}}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0233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{{hashtag}}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ET BrandEquity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 Studio CUSTOM template</dc:title>
  <dc:subject>PptxGenJS Presentation</dc:subject>
  <dc:creator>PptxGenJS</dc:creator>
  <cp:lastModifiedBy>PptxGenJS</cp:lastModifiedBy>
  <cp:revision>1</cp:revision>
  <dcterms:created xsi:type="dcterms:W3CDTF">2026-10-06T08:05:06Z</dcterms:created>
  <dcterms:modified xsi:type="dcterms:W3CDTF">2026-10-06T08:05:06Z</dcterms:modified>
</cp:coreProperties>
</file>