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00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[[section:cover]]</a:t>
            </a:r>
            <a:endParaRPr lang="en-US" sz="4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{{edition}} · {{hashtag}}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{{event_name}}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{{theme_line}}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{{date_venue}}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Post-event report · {{report_version}}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[[section:glance]]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{{registrations}}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Registered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042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1" name="Text 9"/>
          <p:cNvSpPr/>
          <p:nvPr/>
        </p:nvSpPr>
        <p:spPr>
          <a:xfrm>
            <a:off x="349758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{{attended}}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9758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{{show_up_pct}}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Show-up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8398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7" name="Text 15"/>
          <p:cNvSpPr/>
          <p:nvPr/>
        </p:nvSpPr>
        <p:spPr>
          <a:xfrm>
            <a:off x="912114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{{unique_orgs}}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2114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Organisations in the room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{{speakers_count}}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580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042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3" name="Text 21"/>
          <p:cNvSpPr/>
          <p:nvPr/>
        </p:nvSpPr>
        <p:spPr>
          <a:xfrm>
            <a:off x="349758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{{sessions_count}}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49758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{{partners_count}}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30936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8398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9" name="Text 27"/>
          <p:cNvSpPr/>
          <p:nvPr/>
        </p:nvSpPr>
        <p:spPr>
          <a:xfrm>
            <a:off x="912114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{{impressions_total}}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12114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impressions and views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{{src_glance}}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[[section:promise]]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promised, what we delivered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{{target_attendees}}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71028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Attendees promised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55448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{{attended}}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34840" y="271028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Attendees in the room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55448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{{attendees_vs_target}}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83880" y="271028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Against target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4904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{{target_speakers}}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490484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Speakers promised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374904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{{speakers_count}}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434840" y="490484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Speakers on stage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D6F0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374904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{{speakers_vs_target}}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183880" y="490484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Against target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[[section:room]]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{{room_title}}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Attendees by seniority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76656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67665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{{chart:seniority}}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146304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FD6F0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{{cxo_count}}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01000" y="259689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CXOs in the room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347472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FD6F0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566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{{unique_orgs}}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01000" y="460857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{{src_room}}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[[section:orgs]]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{{orgs_title}}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Attendees by organisation 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48640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{{chart:orgtype}}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Brands in the room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{{top_brands}}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{{src_orgs}}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[[section:content]]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{{content_title}}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Sessions by format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400800" cy="36576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{{chart:formats}}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14630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D6F0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{{sessions_count}}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18120" y="259689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34747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D6F0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{{content_hours}}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818120" y="460857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content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[[section:speakers]]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{{speakers_title}}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Speakers by seniority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486400" cy="36576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{{chart:speaker_seniority}}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stage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{{speaker_highlights}}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{{src_speakers}}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[[section:quotes]]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leaders said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{{img:q1_photo}}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463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{{q1_name}}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{{q1_role}}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{{q1_headline}}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{{q1_quote}}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28016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6304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{{img:q2_photo}}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06640" y="1463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{{q2_name}}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{{q2_role}}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4688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{{q2_headline}}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88036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{{q2_quote}}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88620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86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{{img:q3_photo}}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{{q3_name}}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83080" y="42519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{{q3_role}}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{{q3_headline}}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3035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{{q3_quote}}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370332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88620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886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{{img:q4_photo}}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{{q4_name}}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6640" y="42519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{{q4_role}}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48920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{{q4_headline}}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53035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{{q4_quote}}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[[section:partners]]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{{partners_title}}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{{partners_by_tier}}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[[section:social]]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{{social_title}}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Pre-event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{{li_pre}}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{{li_event}}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{{ig_pre}}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{{ig_event}}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{{yt_pre}}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350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{{yt_event}}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{{total_pre}}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3504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{{total_event}}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{{multiplier_line}}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{{multiplier_basis}}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{{src_social}}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[[section:market]]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context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{{m1_value}}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{{m1_stat}}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{{m1_src}}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72200" y="1371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{{m2_value}}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72200" y="2286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{{m2_stat}}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2697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{{m2_src}}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{{m3_value}}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{{m3_stat}}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983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{{m3_src}}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3657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00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{{m4_value}}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72200" y="4572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{{m4_stat}}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4983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{{m4_src}}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   {{event_name}}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{{as_of}}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[[section:photos]]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Moments from the 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{{img:photo1}}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371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{{img:photo2}}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371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{{img:photo3}}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{{img:photo4}}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374904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{{img:photo5}}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3749040"/>
            <a:ext cx="3566160" cy="21945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{{img:photo6}}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00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45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[[section:close]]</a:t>
            </a:r>
            <a:endParaRPr lang="en-US" sz="4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{{next_edition}}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{{hashtag}}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ET BrandEquity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Studio IP template</dc:title>
  <dc:subject>PptxGenJS Presentation</dc:subject>
  <dc:creator>PptxGenJS</dc:creator>
  <cp:lastModifiedBy>PptxGenJS</cp:lastModifiedBy>
  <cp:revision>1</cp:revision>
  <dcterms:created xsi:type="dcterms:W3CDTF">2026-10-06T08:05:06Z</dcterms:created>
  <dcterms:modified xsi:type="dcterms:W3CDTF">2026-10-06T08:05:06Z</dcterms:modified>
</cp:coreProperties>
</file>