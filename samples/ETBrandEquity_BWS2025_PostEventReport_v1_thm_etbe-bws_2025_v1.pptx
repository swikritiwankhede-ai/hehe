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theme_id: thm_etbe-bws_2025_v1
checksum: sha256:3f51e30323bc5ca2d64026e36861d2dc0596e2dd464f8256a7c10a63317ff106
report_version: v1
source: OneWorld · Event Website → Colors &amp; Fonts; Templates → Top Banner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E74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42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#ETBWS2025  ·  Brand World Summit 2025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5A5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5A5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7th Edition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World Summit 2025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Reimagining Marketing In The Age of AI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July 2025 · Grand Hyatt, BKC, Mumbai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Post-event report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#ETBWS2025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42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event at scale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CE8EC"/>
          </a:solidFill>
          <a:ln w="12700">
            <a:solidFill>
              <a:srgbClr val="FCE8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Delegates registered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OneWorld registrations (sample)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CE8EC"/>
          </a:solidFill>
          <a:ln w="12700">
            <a:solidFill>
              <a:srgbClr val="FCE8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783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26280" y="2697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Delegates attended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6280" y="3108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Check-in (sample)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CE8EC"/>
          </a:solidFill>
          <a:ln w="12700">
            <a:solidFill>
              <a:srgbClr val="FCE8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1783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275320" y="2697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Speakers on stage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75320" y="3108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OneWorld Speakers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CE8EC"/>
          </a:solidFill>
          <a:ln w="12700">
            <a:solidFill>
              <a:srgbClr val="FCE8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069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77240" y="4983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Partners across 13 groups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94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OneWorld Sponsors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384048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CE8EC"/>
          </a:solidFill>
          <a:ln w="12700">
            <a:solidFill>
              <a:srgbClr val="FCE8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4069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4526280" y="4983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CXO-level attendees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26280" y="5394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Seniority rule (sample)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6720" y="384048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CE8EC"/>
          </a:solidFill>
          <a:ln w="12700">
            <a:solidFill>
              <a:srgbClr val="FCE8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4069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935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7th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8275320" y="4983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Edition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75320" y="5394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OneWorld Colors &amp; Fonts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548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35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SAMPLE FIGURES — not BWS 2025 results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5A5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42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speakers said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Verbatim quotes from key speakers, approved by the events team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5A5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3474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you at the next edition  ·  #ETBWS2025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ET BrandEquity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World Summit 2025 · Post-event report</dc:title>
  <dc:subject>theme_id=thm_etbe-bws_2025_v1; theme_checksum=sha256:3f51e30323bc5ca2d64026e36861d2dc0596e2dd464f8256a7c10a63317ff106; report_version=v1</dc:subject>
  <dc:creator>PptxGenJS</dc:creator>
  <cp:lastModifiedBy>PptxGenJS</cp:lastModifiedBy>
  <cp:revision>1</cp:revision>
  <dcterms:created xsi:type="dcterms:W3CDTF">2026-09-25T06:02:45Z</dcterms:created>
  <dcterms:modified xsi:type="dcterms:W3CDTF">2026-09-25T06:02:45Z</dcterms:modified>
</cp:coreProperties>
</file>